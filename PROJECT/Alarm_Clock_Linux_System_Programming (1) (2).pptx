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97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7315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23444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73736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24028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274320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2461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7315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123444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0" name="Shape 8"/>
          <p:cNvSpPr/>
          <p:nvPr/>
        </p:nvSpPr>
        <p:spPr>
          <a:xfrm>
            <a:off x="9281160" y="173736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1" name="Shape 9"/>
          <p:cNvSpPr/>
          <p:nvPr/>
        </p:nvSpPr>
        <p:spPr>
          <a:xfrm>
            <a:off x="9281160" y="224028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2" name="Shape 10"/>
          <p:cNvSpPr/>
          <p:nvPr/>
        </p:nvSpPr>
        <p:spPr>
          <a:xfrm>
            <a:off x="9281160" y="274320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81160" y="32461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0" y="7315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123444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173736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224028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274320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32461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7000" y="7315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87000" y="123444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7000" y="173736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7000" y="224028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274320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87000" y="32461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89920" y="7315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89920" y="123444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89920" y="173736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89920" y="224028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89920" y="274320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89920" y="32461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92840" y="7315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92840" y="123444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92840" y="173736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92840" y="224028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92840" y="274320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92840" y="3246120"/>
            <a:ext cx="54864" cy="5486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PROGRAMMING MINI PROJECT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21945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Clock</a:t>
            </a:r>
            <a:endParaRPr lang="en-US" sz="56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9D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Linux System Programming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9966960" y="5120640"/>
            <a:ext cx="1280160" cy="1280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966960" y="5120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</a:t>
            </a:r>
            <a:endParaRPr lang="en-US" sz="4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Team 4 </a:t>
            </a:r>
            <a:r>
              <a:rPr lang="en-US" sz="1200" dirty="0" err="1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varakla</a:t>
            </a: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 err="1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</a:t>
            </a: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sunny </a:t>
            </a:r>
            <a:r>
              <a:rPr lang="en-US" sz="1200" dirty="0" err="1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kartlapally</a:t>
            </a: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patlolla</a:t>
            </a: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</a:t>
            </a: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linuhx</a:t>
            </a: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alarm clock design for better results in the future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309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the design and implementation of an </a:t>
            </a: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application </a:t>
            </a: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using Linux system programming concepts. Instead of relying on GUI frameworks, the application interacts directly with the </a:t>
            </a: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kernel </a:t>
            </a: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system calls to schedule, trigger and manage alarms.
It demonstrates the practical use of </a:t>
            </a: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control, signal handling, timers, and file I/O </a:t>
            </a: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lightweight, reliable, and efficient utility that runs in the background and notifies the user at the exact scheduled time — much like the </a:t>
            </a:r>
            <a:r>
              <a:rPr lang="en-US" sz="14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utilities found in Unix-like systems.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09560" y="18470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alarm()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32004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1418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09560" y="3310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SIGALRM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USED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46634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1418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09560" y="4773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fork()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5349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– Linux System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BACKGROUND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programming allows developers to interact directly with the kernel using low-level APIs — process management, inter-process communication, signals, and timers. An alarm clock is a classic example that ties several of these primitives together into one useful application.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715768" cy="333756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594360" cy="5943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225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kernel provides timer facilities such as alarm(), setitimer() and POSIX timers to schedule future events precisely.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697480"/>
            <a:ext cx="2715768" cy="333756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926080"/>
            <a:ext cx="594360" cy="594360"/>
          </a:xfrm>
          <a:prstGeom prst="ellipse">
            <a:avLst/>
          </a:prstGeom>
          <a:solidFill>
            <a:srgbClr val="2B33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657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069080"/>
            <a:ext cx="225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timer expires, the kernel delivers a SIGALRM signal to the process, interrupting it to run a handler.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697480"/>
            <a:ext cx="2715768" cy="333756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926080"/>
            <a:ext cx="594360" cy="5943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657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069080"/>
            <a:ext cx="225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and daemonization let the alarm run silently in the background while the user continues other work.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2697480"/>
            <a:ext cx="2715768" cy="333756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18320" y="2926080"/>
            <a:ext cx="594360" cy="594360"/>
          </a:xfrm>
          <a:prstGeom prst="ellipse">
            <a:avLst/>
          </a:prstGeom>
          <a:solidFill>
            <a:srgbClr val="2B33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1832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657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4069080"/>
            <a:ext cx="225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kernel interaction via alarm(), sleep(), signal(), and time() replaces heavyweight GUI event loops.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– Linux System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CURRENT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alarm clock solutions fall into two broad categories, each with notable limitations for a systems-programming context: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E252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GUI-based Alarm Apps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Desktop apps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410712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2826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heavy frameworks and toolkits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977640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496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memory and resource footprint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544568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416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portable to headless / server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5111496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scheduling details hidden from user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19456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E252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423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Shell Utilities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834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cron, at, sleep &amp;&amp; notify-send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410712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32826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flexibility for dynamic alarms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977640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8496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handling of multiple alarms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4544568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4416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or no signal-based interaction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5111496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control over process lifecycle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– Linux System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OUR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native alarm clock built directly on Linux system calls — no external frameworks, minimal footprint, precise kernel-level timing.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8716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alarm() / setitimer()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 precise wake-up time using kernel timer APIs instead of busy-wait loops.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48716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signal() / sigaction()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custom SIGALRM handler that fires the notification the instant the timer expires.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2286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248716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1418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0184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 background child process so the alarm keeps running independently of the shell session.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45312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1418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453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File-based storage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937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time and status are persisted to a simple text/config file for reuse across runs.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25112" y="4251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445312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1418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53712" y="4453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notification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937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triggers a console beep / message (or notify-send) when the alarm fires.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1584" y="4251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0184" y="445312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14181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30184" y="4453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masking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30184" y="4937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sigprocmask() to safely block/unblock signals and avoid race conditions.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– Linux System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Flow /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52B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07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target alarm time (HH:MM:SS) via CLI.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935224"/>
            <a:ext cx="201168" cy="164592"/>
          </a:xfrm>
          <a:prstGeom prst="rightArrow">
            <a:avLst/>
          </a:prstGeom>
          <a:solidFill>
            <a:srgbClr val="3FB950"/>
          </a:solidFill>
          <a:ln/>
        </p:spPr>
      </p:sp>
      <p:sp>
        <p:nvSpPr>
          <p:cNvPr id="9" name="Shape 7"/>
          <p:cNvSpPr/>
          <p:nvPr/>
        </p:nvSpPr>
        <p:spPr>
          <a:xfrm>
            <a:off x="2395728" y="23317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52B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87168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2807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Delay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calculates seconds remaining until alarm time.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87368" y="2935224"/>
            <a:ext cx="201168" cy="164592"/>
          </a:xfrm>
          <a:prstGeom prst="rightArrow">
            <a:avLst/>
          </a:prstGeom>
          <a:solidFill>
            <a:srgbClr val="3FB950"/>
          </a:solidFill>
          <a:ln/>
        </p:spPr>
      </p:sp>
      <p:sp>
        <p:nvSpPr>
          <p:cNvPr id="14" name="Shape 12"/>
          <p:cNvSpPr/>
          <p:nvPr/>
        </p:nvSpPr>
        <p:spPr>
          <a:xfrm>
            <a:off x="4288536" y="23317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52B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9976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379976" y="2807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79976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process is created to handle waiting independently.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0176" y="2935224"/>
            <a:ext cx="201168" cy="164592"/>
          </a:xfrm>
          <a:prstGeom prst="rightArrow">
            <a:avLst/>
          </a:prstGeom>
          <a:solidFill>
            <a:srgbClr val="3FB95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23317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52B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72784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807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alarm(sec)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sets a kernel timer for the computed delay.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72984" y="2935224"/>
            <a:ext cx="201168" cy="164592"/>
          </a:xfrm>
          <a:prstGeom prst="rightArrow">
            <a:avLst/>
          </a:prstGeom>
          <a:solidFill>
            <a:srgbClr val="3FB95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74152" y="23317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52B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65592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65592" y="2807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SIGALRM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65592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delivers SIGALRM to the process when the timer expires.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765792" y="2935224"/>
            <a:ext cx="201168" cy="164592"/>
          </a:xfrm>
          <a:prstGeom prst="rightArrow">
            <a:avLst/>
          </a:prstGeom>
          <a:solidFill>
            <a:srgbClr val="3FB950"/>
          </a:solidFill>
          <a:ln/>
        </p:spPr>
      </p:sp>
      <p:sp>
        <p:nvSpPr>
          <p:cNvPr id="29" name="Shape 27"/>
          <p:cNvSpPr/>
          <p:nvPr/>
        </p:nvSpPr>
        <p:spPr>
          <a:xfrm>
            <a:off x="9966960" y="23317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52B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0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807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Fires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signal handler executes — sound / message triggered.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STRUCTURE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590288"/>
            <a:ext cx="73152" cy="7315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44531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 — CLI &amp; control flow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73152" cy="7315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alarm_set.c — time parsing &amp; alarm()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468112"/>
            <a:ext cx="73152" cy="7315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7240" y="53309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signal_handler.c — SIGALRM callback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907024"/>
            <a:ext cx="73152" cy="7315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77240" y="57698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logger.c — persistence to file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92240" y="41605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E252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208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VIEW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720840" y="4617720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Process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fork()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 Child Process (waits)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└─ alarm(N) armed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└─ SIGALRM → handler()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└─ notify + exit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– Linux System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404872"/>
            <a:ext cx="685800" cy="6858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04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95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7919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 20.04+ / any POSIX-compliant distro)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2404872"/>
            <a:ext cx="685800" cy="6858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2404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95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67919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(GNU Compiler Collection) with C99/C11 support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22192"/>
            <a:ext cx="685800" cy="6858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822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712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Libraries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0965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&lt;unistd.h&gt;, &lt;signal.h&gt;, &lt;stdlib.h&gt;, &lt;time.h&gt;, &lt;sys/types.h&gt;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822192"/>
            <a:ext cx="685800" cy="6858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73368" y="3822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712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Tools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0965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/ gcc build pipeline, optional Makefile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239512"/>
            <a:ext cx="685800" cy="6858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239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/ IDE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51383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vim, or any text editor with C support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98348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5239512"/>
            <a:ext cx="685800" cy="6858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73368" y="5239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Tools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51383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(GNU Debugger), strace for system-call tracing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– Linux System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CLOSING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core Linux system programming concepts — process creation, signal handling, and kernel timers — can be combined to build a functional, resource-efficient alarm clock without relying on any GUI framework.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7249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practical understanding of alarm(), fork(), and SIGALRM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4107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lightweight utility suitable for embedded or headless systems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096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foundation for extending into multi-alarm schedulers, daemons, or GUI front-ends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E252B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essence: this project is a small but complete case study in Linux systems programming — turning kernel-level primitives into a real, everyday tool.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– Linux System Programming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946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2026-08-31T15:34:37Z</dcterms:created>
  <dcterms:modified xsi:type="dcterms:W3CDTF">2026-08-31T16:10:57Z</dcterms:modified>
</cp:coreProperties>
</file>